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showOutlineIcons="0">
    <p:restoredLeft sz="15620"/>
    <p:restoredTop sz="94660"/>
  </p:normalViewPr>
  <p:slideViewPr>
    <p:cSldViewPr>
      <p:cViewPr varScale="1">
        <p:scale>
          <a:sx n="98" d="100"/>
          <a:sy n="98" d="100"/>
        </p:scale>
        <p:origin x="-402" y="-10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2006-10-04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Office PowerPoint</Application>
  <PresentationFormat>화면 슬라이드 쇼(4:3)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0</vt:i4>
      </vt:variant>
    </vt:vector>
  </HeadingPairs>
  <TitlesOfParts>
    <vt:vector size="1" baseType="lpstr">
      <vt:lpstr>Office 테마</vt:lpstr>
    </vt:vector>
  </TitlesOfParts>
  <Company>R&amp;D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Corporation</dc:creator>
  <cp:lastModifiedBy>Microsoft Corporation</cp:lastModifiedBy>
  <cp:revision>1</cp:revision>
  <dcterms:created xsi:type="dcterms:W3CDTF">2006-10-05T04:04:58Z</dcterms:created>
  <dcterms:modified xsi:type="dcterms:W3CDTF">2006-10-05T04:06:00Z</dcterms:modified>
</cp:coreProperties>
</file>